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Стилистика, стиль и настроение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Как стилист и цвет помогают уверенности и самовыражению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стиль и стилистика?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Стиль — это выражение личности через одежду, цвет, формы и фактуру.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Стилистика — система приёмов и подходов в создании целостного образа.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Стилист — эксперт, помогающий раскрыть характер и цели через визуальный облик.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Цвет и настроение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Цвет способен трансформировать восприятие: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Пастельные — успокаивают, создают лёгкость (персиковый, мятный, лавандовый).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Тёплые — активируют, заряжают энергией (жёлтый, коралл, терракота).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Холодные — придают сдержанность, уверенность (синий, серо-зелёный).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Тёмные — укрепляют авторитет (чёрный, бордо, графит).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Цвет и уверенность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Правильно подобранный цвет усиливает внутреннее состояние: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Бежевый + мята = мягкость и доступность.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Бордо + розовый = сила с ноткой чувственности.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Синий + белый = ясность, контроль и лёгкость.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Типы фигур и стилистика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«Песочные часы»: подчёркиваем талию, мягкие ткани, V-образный вырез.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«Груша»: балансируем низ и верх — светлый верх, темный низ.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«Прямоугольник»: создаём объём — рюші, пояс, жакеты с формой.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«Яблоко»: акцент на ноги, V-образный вырез, драпировки по бокам.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Стили и их влияние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Романтический — кружево, пастель, лёгкость.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Классический — чёткость линий, нейтральные оттенки.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Современный (casual) — простота, комфорт, свобода.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Бунтарский — кожа, чёрный, акценты и дерзость.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Роль стилиста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Стилист — не просто про моду, а про психологию: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Помогает раскрыть характер.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Создаёт визуальную уверенность.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Переводит внутренние ощущения в визуальный язык одежды.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Стиль — это не про одежду, это про ощущения.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Правильный цвет и образ: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Влияют на восприятие окружающими.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Воздействуют на самоощущение.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• Делают настроение целостным.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